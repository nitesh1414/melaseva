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73152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0" y="173736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148840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Raghuji Nagar, Nagpur – 440024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 SEVA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Event Management Platform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394960" y="4114800"/>
            <a:ext cx="13716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Geo-Tagged Asset Management  •  QR-Based Complaint System  •  GIS Smart Navigation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754880"/>
            <a:ext cx="7616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digital solution for large-scale public events &amp; temporary infrastructure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5760720"/>
            <a:ext cx="7616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Project Pitch Presentation    🔒 Confidential    📍 Nagpur, Maharashtra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6309360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LIVEpro Software Solutions.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Mela Management Needs Digital Transformation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pic>
        <p:nvPicPr>
          <p:cNvPr id="10" name="Image 0" descr="/home/user/melaseva/presentation/images/mela-aeri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029200" cy="2926080"/>
          </a:xfrm>
          <a:prstGeom prst="ellipse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572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events manage thousands of temporary electrical assets, serve lakhs of visitors daily, and require 24×7 monitoring — yet most operations still rely on manual processes.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Current Pain Points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2103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digital record of temporary assets (poles, wires, substations)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423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Complaints reported verbally — no tracking or accountability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2743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real-time visibility into complaint resolution status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0" y="3063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Citizens struggle to locate nearest hospitals, police, toilets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SLA breaches go unnoticed until major escalation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3703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data for post-event analysis &amp; improvement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45720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A365D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5000+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21792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Poles per Mela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052560" y="45720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A365D"/>
          </a:solidFill>
          <a:ln/>
        </p:spPr>
      </p:sp>
      <p:sp>
        <p:nvSpPr>
          <p:cNvPr id="24" name="Text 21"/>
          <p:cNvSpPr/>
          <p:nvPr/>
        </p:nvSpPr>
        <p:spPr>
          <a:xfrm>
            <a:off x="9052560" y="4663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10L+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9052560" y="5212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Visitors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 Seva — Complete Digital Platform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scalable platform connecting citizens, field staff, control room, and administration through QR codes, GIS mapping, and real-time communication.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08760" y="228600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→ Report issues → Find facilities → Navigate — no login needed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2103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228600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6616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→ Assign complaints → Monitor SLA → GIS maps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228600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👷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Staff 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assignments → Navigate → Resolve → Upload proof → Close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0" y="2103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12680" y="228600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3544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811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management → User control → Reports → Configuration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2062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3464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83464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22376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18320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418320" y="4754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Feature Suite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GIS-Based Asset Survey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GPS-tagged mapping of every pole, wire, substation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on Every Asset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weatherproof QR stickers with pole#, road, sector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4108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Complaint Registration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41080" y="1810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→ auto-fill location → submit in 30 seconds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2697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2679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Control Room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2953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with complaint feed, GIS map, assignment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2697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679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Navigation Map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2953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hospitals, police, toilets, parking, ghats — nearby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38160" y="2697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41080" y="2679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&amp; Auto-Escalation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41080" y="2953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Timer-based SLA with automatic warning &amp; escalation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Notifications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" y="4096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SMS at each stage of complaint lifecycle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Officer Mobile App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4096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Offline-capable app for resolution with GPS &amp; photo proof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38160" y="3840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81381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4108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&amp; Reporting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41080" y="4096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Department-wise, officer-wise reports with Excel/PDF export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4983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43000" y="4965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Multi-Event Scalable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43000" y="5239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 for any event — configurable per event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89120" y="4983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438912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92040" y="4965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Support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92040" y="5239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English, Hindi, Marathi — all UI, SMS, and reports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138160" y="4983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813816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641080" y="4965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41080" y="5239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logged — who did what, when, from where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QR Code Lifecycle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25880" y="1417320"/>
            <a:ext cx="731520" cy="3200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1417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Survey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Surveyor captures GPS + photo of each pole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92608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11880" y="1417320"/>
            <a:ext cx="731520" cy="3200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1417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175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unique QR linked to asset &amp; GPS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1208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97880" y="1417320"/>
            <a:ext cx="731520" cy="3200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897880" y="1417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🖨️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Labels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Weatherproof stickers with QR, pole#, road, sector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49808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83880" y="1417320"/>
            <a:ext cx="731520" cy="3200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1417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980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📌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5895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Pole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Sticker applied at 5-6 ft height — visible &amp; scannable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01200" y="21031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78408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469880" y="1417320"/>
            <a:ext cx="731520" cy="3200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10469880" y="1417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7840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98755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Scans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8755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phone camera opens complaint form with pre-filled data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38404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QR Label Format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371600" y="4389120"/>
            <a:ext cx="22860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37160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 SEVA 2026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965960" y="4709160"/>
            <a:ext cx="109728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1965960" y="5029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14400" y="5486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 No: P-00125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" y="5669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Road: Main Road  |  Sector: 05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371600" y="5852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HELP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17920" y="384048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What Happens When Scanned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0080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Asset identified — pole number, road, sector auto-loaded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0" y="4617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GPS location — captured automatically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Complaint form — opens in browser (no app needed)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0" y="5166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Pre-filled data — citizen only enters name, mobile, issue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Nearby facilities — shows hospitals, police, toilets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0080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Navigation — get directions to any facility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Printing, Application &amp; Field Process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pic>
        <p:nvPicPr>
          <p:cNvPr id="10" name="Image 0" descr="/home/user/melaseva/presentation/images/qr-print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03520" cy="20116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374904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 Printing Specifications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651760" y="4251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Weatherproof vinyl / PET sticker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51760" y="4526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50mm × 50mm (standard) / Custom available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Format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51760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sheet (20 labels) / Roll printer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651760" y="5074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resistant, waterproof, 6+ months outdoor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Error Correction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651760" y="5349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H (30% damage tolerant)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2960" y="5623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651760" y="5623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logo, Pole#, Road, Sector, QR code</a:t>
            </a:r>
            <a:endParaRPr lang="en-US" sz="900" dirty="0"/>
          </a:p>
        </p:txBody>
      </p:sp>
      <p:pic>
        <p:nvPicPr>
          <p:cNvPr id="25" name="Image 1" descr="/home/user/melaseva/presentation/images/qr-pole-applica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303520" cy="20116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217920" y="374904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Application Process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00800" y="42519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Text 25"/>
          <p:cNvSpPr/>
          <p:nvPr/>
        </p:nvSpPr>
        <p:spPr>
          <a:xfrm>
            <a:off x="640080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8122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Team maps pole with GPS during initial field survey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400800" y="45994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2" name="Text 28"/>
          <p:cNvSpPr/>
          <p:nvPr/>
        </p:nvSpPr>
        <p:spPr>
          <a:xfrm>
            <a:off x="6400800" y="4599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812280" y="4599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generates &amp; prints QR labels in bulk from portal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400800" y="4946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5" name="Text 31"/>
          <p:cNvSpPr/>
          <p:nvPr/>
        </p:nvSpPr>
        <p:spPr>
          <a:xfrm>
            <a:off x="6400800" y="49469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812280" y="49469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team applies sticker at ~6 ft height on each pole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400800" y="529437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8" name="Text 34"/>
          <p:cNvSpPr/>
          <p:nvPr/>
        </p:nvSpPr>
        <p:spPr>
          <a:xfrm>
            <a:off x="6400800" y="5294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812280" y="5294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— scan test to confirm QR works correctly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400800" y="56418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1" name="Text 37"/>
          <p:cNvSpPr/>
          <p:nvPr/>
        </p:nvSpPr>
        <p:spPr>
          <a:xfrm>
            <a:off x="6400800" y="5641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812280" y="56418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updated to "Verified" in system with photo proof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&amp; MAPPING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Tagging — Complete Geographic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pic>
        <p:nvPicPr>
          <p:cNvPr id="10" name="Image 0" descr="/home/user/melaseva/presentation/images/gis-mapp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03520" cy="274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448056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365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526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2dsphere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4937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Geo Index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68880" y="448056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4526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468880" y="4937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Accuracy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297680" y="448056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297680" y="4526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97680" y="4937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 Updates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Mapped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17920" y="1965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Electrical Poles — every temporary pole with GPS + photo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17920" y="228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Electrical Lines — wire routes between poles mapped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17920" y="2606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Substations &amp; Transformers — location + capacity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1792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Public Facilities — hospitals, police, toilets, parking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0" y="3246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Complaint Locations — every complaint geo-tagged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3566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Event Boundary — complete Mela area demarcation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17920" y="4023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Capabilities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17920" y="44348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Nearby asset search within configurable radius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17920" y="4709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Assets inside event boundary polygon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17920" y="4983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Heatmap visualization for complaint density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17920" y="5257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Layer-based map (toggle assets/facilities/complaints)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5532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Route navigation integration with Google Maps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17920" y="5806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Sector-wise and zone-wise spatial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Complaint Lifecycle —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315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Scans QR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+ GPS auto-loaded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4028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155448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7744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Complaint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mobile, description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6052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9768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Confirmation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# sent to citizen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8076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Room Alert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update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0100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155448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13816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to Officer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+ officer selected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921240" y="192024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58400" y="155448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0" y="1645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05840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&amp; Close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0" y="24231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proof + SMS to citizen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33832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3474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Status Workflow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3886200"/>
            <a:ext cx="777240" cy="320040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886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600200" y="38862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91640" y="3886200"/>
            <a:ext cx="777240" cy="320040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1691640" y="3886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468880" y="38862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0" y="3886200"/>
            <a:ext cx="777240" cy="320040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2560320" y="3886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337560" y="38862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29000" y="3886200"/>
            <a:ext cx="777240" cy="3200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46" name="Text 44"/>
          <p:cNvSpPr/>
          <p:nvPr/>
        </p:nvSpPr>
        <p:spPr>
          <a:xfrm>
            <a:off x="3429000" y="3886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206240" y="38862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7680" y="3886200"/>
            <a:ext cx="777240" cy="320040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4297680" y="3886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74920" y="38862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166360" y="3886200"/>
            <a:ext cx="777240" cy="320040"/>
          </a:xfrm>
          <a:prstGeom prst="roundRect">
            <a:avLst>
              <a:gd name="adj" fmla="val 42857"/>
            </a:avLst>
          </a:prstGeom>
          <a:solidFill>
            <a:srgbClr val="6B7280"/>
          </a:solidFill>
          <a:ln/>
        </p:spPr>
      </p:sp>
      <p:sp>
        <p:nvSpPr>
          <p:cNvPr id="52" name="Text 50"/>
          <p:cNvSpPr/>
          <p:nvPr/>
        </p:nvSpPr>
        <p:spPr>
          <a:xfrm>
            <a:off x="5166360" y="3886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22960" y="4297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Rejected, Duplicate, Invalid, Reopened, Escalated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33832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3474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Real-Time Events (Socket.IO)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00800" y="388620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New complaint → Control room instantly notified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410565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Assignment → Officer gets push notification + SMS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00800" y="432511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SLA Warning → Dashboard highlights at 75% time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0" y="4544568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Resolution → Control room verifies &amp; closes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00800" y="476402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Closure SMS → Citizen receives confirmation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Principle: Every complaint gets a unique number, never disappears, and every action is logged for complete accountability.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ROOM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 Command &amp; Control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pic>
        <p:nvPicPr>
          <p:cNvPr id="10" name="Image 0" descr="/home/user/melaseva/presentation/images/control-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03520" cy="2926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6634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control room interface optimized for large screens with real-time data feeds, GIS map, and instant complaint assignment capabilities.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Components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965960"/>
            <a:ext cx="320040" cy="320040"/>
          </a:xfrm>
          <a:prstGeom prst="roundRect">
            <a:avLst>
              <a:gd name="adj" fmla="val 42857"/>
            </a:avLst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1947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Complaint Feed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75120" y="21305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complaints appear instantly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217920" y="2423160"/>
            <a:ext cx="320040" cy="3200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2404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Map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75120" y="25877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complaints color-coded by status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217920" y="2880360"/>
            <a:ext cx="320040" cy="320040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75120" y="2862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675120" y="30449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Total, new, assigned, overdue, resolved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217920" y="3337560"/>
            <a:ext cx="320040" cy="320040"/>
          </a:xfrm>
          <a:prstGeom prst="roundRect">
            <a:avLst>
              <a:gd name="adj" fmla="val 42857"/>
            </a:avLst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675120" y="3319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Monitor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675120" y="35021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complaints highlighted prominently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217920" y="3794760"/>
            <a:ext cx="320040" cy="320040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675120" y="3776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Charts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675120" y="39593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Hourly/daily complaint visualization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217920" y="4251960"/>
            <a:ext cx="320040" cy="320040"/>
          </a:xfrm>
          <a:prstGeom prst="roundRect">
            <a:avLst>
              <a:gd name="adj" fmla="val 42857"/>
            </a:avLst>
          </a:prstGeom>
          <a:solidFill>
            <a:srgbClr val="1A365D"/>
          </a:solidFill>
          <a:ln/>
        </p:spPr>
      </p:sp>
      <p:sp>
        <p:nvSpPr>
          <p:cNvPr id="34" name="Text 31"/>
          <p:cNvSpPr/>
          <p:nvPr/>
        </p:nvSpPr>
        <p:spPr>
          <a:xfrm>
            <a:off x="621792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675120" y="4233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Assign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675120" y="441655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complaint assignment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217920" y="48463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KPI Snapshot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00800" y="52120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0" y="5230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4,250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400800" y="5532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635240" y="52120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/>
        </p:spPr>
      </p:sp>
      <p:sp>
        <p:nvSpPr>
          <p:cNvPr id="43" name="Text 40"/>
          <p:cNvSpPr/>
          <p:nvPr/>
        </p:nvSpPr>
        <p:spPr>
          <a:xfrm>
            <a:off x="7635240" y="5230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635240" y="5532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8869680" y="52120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/>
        </p:spPr>
      </p:sp>
      <p:sp>
        <p:nvSpPr>
          <p:cNvPr id="46" name="Text 43"/>
          <p:cNvSpPr/>
          <p:nvPr/>
        </p:nvSpPr>
        <p:spPr>
          <a:xfrm>
            <a:off x="8869680" y="5230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869680" y="5532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0104120" y="52120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/>
        </p:spPr>
      </p:sp>
      <p:sp>
        <p:nvSpPr>
          <p:cNvPr id="49" name="Text 46"/>
          <p:cNvSpPr/>
          <p:nvPr/>
        </p:nvSpPr>
        <p:spPr>
          <a:xfrm>
            <a:off x="10104120" y="5230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0104120" y="55321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APPLICATIONS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Field-Ready Mobile Apps for Every Role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pic>
        <p:nvPicPr>
          <p:cNvPr id="10" name="Image 0" descr="/home/user/melaseva/presentation/images/mobile-ap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03520" cy="2560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429768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4709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965960" y="429768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CE7F3"/>
          </a:solidFill>
          <a:ln/>
        </p:spPr>
      </p:sp>
      <p:sp>
        <p:nvSpPr>
          <p:cNvPr id="15" name="Text 12"/>
          <p:cNvSpPr/>
          <p:nvPr/>
        </p:nvSpPr>
        <p:spPr>
          <a:xfrm>
            <a:off x="196596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🍎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965960" y="4709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429768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D1FAE5"/>
          </a:solidFill>
          <a:ln/>
        </p:spPr>
      </p:sp>
      <p:sp>
        <p:nvSpPr>
          <p:cNvPr id="18" name="Text 15"/>
          <p:cNvSpPr/>
          <p:nvPr/>
        </p:nvSpPr>
        <p:spPr>
          <a:xfrm>
            <a:off x="329184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📶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291840" y="4709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17720" y="429768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</p:sp>
      <p:sp>
        <p:nvSpPr>
          <p:cNvPr id="21" name="Text 18"/>
          <p:cNvSpPr/>
          <p:nvPr/>
        </p:nvSpPr>
        <p:spPr>
          <a:xfrm>
            <a:off x="4617720" y="4343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617720" y="4709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Alerts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17920" y="15544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 Field Officer App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508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View assigned complaints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55080" y="2267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Navigate to location (GPS)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355080" y="2523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Upload resolution photos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355080" y="27797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Call complainant directly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55080" y="3035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Offline mode with auto-sync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052560" y="15544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8972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Surveyor App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18972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 new assets with GPS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189720" y="2267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Capture asset photographs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189720" y="2523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Assign QR codes in field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189720" y="27797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Bulk survey mode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189720" y="3035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 offline in low-network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217920" y="38404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550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 Public (No App)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35508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Scan QR → browser opens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355080" y="4553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Register complaint instantly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355080" y="4809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Track complaint status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355080" y="50657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Find nearby facilities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355080" y="5321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 navigation directions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052560" y="38404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18972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Web Admin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189720" y="4297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Complete admin dashboard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189720" y="4553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&amp; role management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9189720" y="480974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Asset inventory &amp; QR codes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9189720" y="50657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Reports &amp; analytics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9189720" y="5321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Works on any browser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SERVICE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Navigation — Help Citizens Find Everything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citizen can instantly find essential facilities around them with real-time distance and navigation — no app installation required.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Nearby Facilities (Example)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560320"/>
            <a:ext cx="4663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Hospital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Navigate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2944368"/>
            <a:ext cx="4663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944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👮  Police Post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9443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944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Navigate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" y="3328416"/>
            <a:ext cx="4663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3284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🚻  Toilet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328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33284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Navigate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" y="3712464"/>
            <a:ext cx="4663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124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🅿️  Parking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7124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37124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Navigate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" y="4096512"/>
            <a:ext cx="4663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0965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 Water Point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0965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40965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Navigate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2960" y="4480560"/>
            <a:ext cx="46634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Shelter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4480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206240" y="4480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Navigate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20116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2011680"/>
            <a:ext cx="53035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Interactive Smart Map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Current location auto-detected via GPS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2834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Event boundary displayed on map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Category filters — toggle facility types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Distance calculation — shows meters/km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Search — find specific facility by name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3931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Facility details — contact, timings, capacity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4206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One-tap navigation — opens Google/Apple Maps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4480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Emergency shortcuts — hospital, police, fire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4754880"/>
            <a:ext cx="4937760" cy="32004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4754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�� No App Installation Required — Works on any smartphone browser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0" y="155448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5544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965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2240280"/>
            <a:ext cx="576072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24028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/ Web Browser / Mobile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Web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92608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CE7F3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Mobile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0" y="361188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API  |  Socket.IO Real-time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0" y="4343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4343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4343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4343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4343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4343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48463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External: Maps API  |  SMS Gateway  |  Push Notifications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5212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55321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5715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 •  Vite  •  Tailwind CSS  •  Leaflet/OSM  •  Recharts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474720" y="55321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0" y="5715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 •  Expo  •  Expo Camera  •  GPS/Location  •  Offline Cache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09360" y="55321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09360" y="5715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 •  Express.js  •  JWT Auth  •  Socket.IO  •  Winston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9144000" y="55321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144000" y="5715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 •  Mongoose  •  2dsphere Index  •  Aggregation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 &amp; Data Protection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554480"/>
            <a:ext cx="3474720" cy="457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Authentication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JWT token-based auth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Refresh token rotation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Password hashing (bcrypt)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 management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Auto-logout on inactivity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554480"/>
            <a:ext cx="34747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Access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8 distinct user roles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Permission-based API access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Event-level data isolation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Department-level filtering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Role-specific dashboards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138160" y="155448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554480"/>
            <a:ext cx="3474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Data Protection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HTTPS encryption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Secure HTTP headers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Input sanitization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75320" y="2880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MongoDB injection prevention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753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XSS/CSRF protection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931920"/>
            <a:ext cx="34747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Audit Trail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 action logged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+ timestamp + IP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" y="4983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Before/after values stored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Searchable audit logs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Exportable reports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8912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0" y="3931920"/>
            <a:ext cx="34747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452628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Abuse Prevention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2628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 rate limiting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2628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CAPTCHA on public forms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6280" y="4983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Duplicate complaint detection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26280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File upload validation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2628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Size limits enforced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38160" y="3931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3931920"/>
            <a:ext cx="34747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827532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Privacy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7532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public data exposure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7532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Complainant info protected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75320" y="4983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Role-specific visibility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75320" y="5257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Soft deletion (no data loss)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7532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Mobile numbers masked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Do's &amp; Don'ts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DO's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Survey every pole before Mela begins — capture GPS + photo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5328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Use weatherproof QR stickers rated for 6+ months outdoor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91693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Apply QR at 5-6 ft height — visible &amp; scannable by public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30098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Test-scan every QR after application — verify data 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6850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Assign complaints within 15 minutes of receipt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069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Verify resolution photos before closing complaints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4531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Monitor SLA dashboard continuously — act on overdue items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83717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Keep backup power for control room — 24×7 uptime essential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52212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Conduct daily review meeting using MIS reports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60527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Maintain complete audit trail for accountability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55448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254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1488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skip GPS tagging — location is critical for navigation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5328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use paper QR codes — they won't survive weather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91693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place QR below 3 ft — will be damaged/blocked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30098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leave complaints unassigned for more than 30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6850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close complaints without verifying resolution photo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069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share complainant's personal info publicly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4531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allow officers to resolve without reaching location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83717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hardcode business rules — use admin configuration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52212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delete complaints — maintain complete history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560527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Don't ignore SLA breach warnings — escalate immediately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— 12 Weeks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544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2148840"/>
            <a:ext cx="73152" cy="1554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155448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600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 &amp; Setup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18562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DB design, authentication, user management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304288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0428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3000" y="2898648"/>
            <a:ext cx="73152" cy="1554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230428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23500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Asset &amp; GIS Module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606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master, GIS survey tools, GPS capture, QR generation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054096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5409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43000" y="3648456"/>
            <a:ext cx="73152" cy="1554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305409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3099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Complaint Management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335584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complaint, status workflow, assignment, SLA tracking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803904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0390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7-8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43000" y="4398264"/>
            <a:ext cx="73152" cy="1554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1920240" y="380390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0" y="38496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Control Room &amp;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410565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dashboard, GIS map, Socket.IO integration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4553712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537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43000" y="5148072"/>
            <a:ext cx="73152" cy="15544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Shape 35"/>
          <p:cNvSpPr/>
          <p:nvPr/>
        </p:nvSpPr>
        <p:spPr>
          <a:xfrm>
            <a:off x="1920240" y="455371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2011680" y="4599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Mobile Apps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011680" y="48554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officer app, surveyor app, QR scanning, offline support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530352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3035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11-12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20240" y="53035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2011680" y="5349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Testing &amp; Deployment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011680" y="5605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UAT, performance testing, training, production deployment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15544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Rapid Delivery Guarantee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0" y="21031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Agile methodology — 2-week sprint cycles with demos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0" y="23317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Dedicated team — 6+ developers + 1 project manager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25603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Daily standups — progress visibility to stakeholders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0" y="27889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Bi-weekly demos — see working features every 2 weeks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30175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Nagpur-based team — on-site support when needed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356616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657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Deliverables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00800" y="402336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Web Application (Admin + Public Portal)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4270248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Android App (Play Store ready)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0" y="451713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iOS App (App Store ready)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0" y="4764024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Backend API with documentation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0" y="5010912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QR printing system + label templates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5257800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User training + operation manual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00800" y="5504688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Source code + deployment scripts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00800" y="5751576"/>
            <a:ext cx="4937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3 months post-launch support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— Digital Transformation 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80"/>
            <a:ext cx="27432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54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41148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Current (Manual)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1554480"/>
            <a:ext cx="41148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Mela Seva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96596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Tracking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96596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registers, no GPS, no photographs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196596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965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GPS-tagged, photographed, searchable on map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24688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Registration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4688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calls, verbal, no tracking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24688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→ 30 sec → instant complaint number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97180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971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97180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dispatch, phone calls, delays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297180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digital assignment with push notification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34747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474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Tracking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34747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474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visibility, follow-ups needed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98080" y="34747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3474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status, SLA timer, auto-escalation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397764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Information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83280" y="397764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977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find facilities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98080" y="397764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39776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map with all facilities + navigation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448056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480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83280" y="44805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4480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compilation, days to prepare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98080" y="44805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480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reports, real-time dashboards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" y="498348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983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83280" y="498348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0" y="4983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trail, blame games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98080" y="498348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4983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log, officer-wise performance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" y="54864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486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383280" y="54864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0" y="5486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scratch every event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98080" y="54864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5486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 — create new event, go live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5989320"/>
            <a:ext cx="27432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989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Resolution Time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383280" y="598932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0" y="5989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24-48 hours (often more)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498080" y="5989320"/>
            <a:ext cx="41148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89520" y="5989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hours with SLA enforcement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274320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LIVEpro Software Solutions?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0" cy="45720"/>
          </a:xfrm>
          <a:prstGeom prst="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Mela Seva – Project Pitch</a:t>
            </a:r>
            <a:endParaRPr lang="en-US" sz="800" dirty="0"/>
          </a:p>
        </p:txBody>
      </p:sp>
      <p:pic>
        <p:nvPicPr>
          <p:cNvPr id="10" name="Image 0" descr="/home/user/melaseva/presentation/images/team-wo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303520" cy="21945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0080" y="3931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A365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9776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Experience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965960" y="3931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1965960" y="39776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965960" y="44348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Delivered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91840" y="3931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3291840" y="39776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291840" y="44348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Delivery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17720" y="39319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21" name="Text 18"/>
          <p:cNvSpPr/>
          <p:nvPr/>
        </p:nvSpPr>
        <p:spPr>
          <a:xfrm>
            <a:off x="4617720" y="39776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617720" y="44348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Available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21792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Strengths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7920" y="1965960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947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Nagpur-Based Company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20840" y="217627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team = on-site support, quick turnaround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217920" y="2624328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6217920" y="2624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720840" y="2606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20840" y="28346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projects, smart city, GIS applications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217920" y="3282696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621792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72084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Capability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720840" y="34930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Web, mobile, backend, GIS, real-time — all in-house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217920" y="3941064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621792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39227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Approach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720840" y="415137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low-connectivity, rugged field conditions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17920" y="4599432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F97316"/>
          </a:solidFill>
          <a:ln/>
        </p:spPr>
      </p:sp>
      <p:sp>
        <p:nvSpPr>
          <p:cNvPr id="41" name="Text 38"/>
          <p:cNvSpPr/>
          <p:nvPr/>
        </p:nvSpPr>
        <p:spPr>
          <a:xfrm>
            <a:off x="6217920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🤝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720840" y="45811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Ownership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720840" y="480974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→ Development → Training → Support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217920" y="5257800"/>
            <a:ext cx="365760" cy="365760"/>
          </a:xfrm>
          <a:prstGeom prst="roundRect">
            <a:avLst>
              <a:gd name="adj" fmla="val 37500"/>
            </a:avLst>
          </a:prstGeom>
          <a:solidFill>
            <a:srgbClr val="F97316"/>
          </a:solidFill>
          <a:ln/>
        </p:spPr>
      </p:sp>
      <p:sp>
        <p:nvSpPr>
          <p:cNvPr id="45" name="Text 42"/>
          <p:cNvSpPr/>
          <p:nvPr/>
        </p:nvSpPr>
        <p:spPr>
          <a:xfrm>
            <a:off x="621792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720840" y="52395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Technology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720840" y="54681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scalable stack — future-proof investment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73152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731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0" y="173736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LIVEpro Software Solutions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Raghuji Nagar, Nagpur – 440024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394960" y="3657600"/>
            <a:ext cx="13716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93192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look forward to partnering with you to build a smarter, safer, more connected Mela experience for lakhs of citizens.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4572000"/>
            <a:ext cx="4507992" cy="13716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466344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Let's Connect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5029200"/>
            <a:ext cx="4507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LIVEpro Software Solutions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Raghuji Nagar, Nagpur – 440024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info@liveprosoft.com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www.liveprosoft.com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6309360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LIVEpro Software Solutions. All Rights Reserved.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LIVEpro Software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Mela Seva - Project Pitch by LIVEpro</dc:title>
  <dc:subject>Mela Seva - Smart Event Management Platform - Project Pitch</dc:subject>
  <dc:creator>LIVEpro Software Solutions</dc:creator>
  <cp:lastModifiedBy>LIVEpro Software Solutions</cp:lastModifiedBy>
  <cp:revision>1</cp:revision>
  <dcterms:created xsi:type="dcterms:W3CDTF">2026-09-18T18:25:55Z</dcterms:created>
  <dcterms:modified xsi:type="dcterms:W3CDTF">2026-09-18T18:25:55Z</dcterms:modified>
</cp:coreProperties>
</file>